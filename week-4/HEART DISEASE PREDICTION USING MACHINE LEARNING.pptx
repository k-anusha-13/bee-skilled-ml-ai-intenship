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1" r:id="rId2"/>
    <p:sldId id="257" r:id="rId3"/>
    <p:sldId id="272" r:id="rId4"/>
    <p:sldId id="260" r:id="rId5"/>
    <p:sldId id="259" r:id="rId6"/>
    <p:sldId id="267" r:id="rId7"/>
    <p:sldId id="268" r:id="rId8"/>
    <p:sldId id="262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>
        <p:scale>
          <a:sx n="75" d="100"/>
          <a:sy n="75" d="100"/>
        </p:scale>
        <p:origin x="974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6/4/2026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6/4/2026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83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6/4/2026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6/4/2026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6/4/2026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6/4/2026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6/4/2026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6/4/2026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6/4/2026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B581-873D-A1ED-B224-A950EA374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137" y="332656"/>
            <a:ext cx="4098175" cy="3672408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PREDICTION USING MACHINE LEARNING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DB108-D577-3C03-98BA-4EEDDBD4E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2" y="5013176"/>
            <a:ext cx="4098175" cy="1142256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KUMMARI ANUSHA</a:t>
            </a:r>
          </a:p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 MACHINE LEARNING &amp; AI</a:t>
            </a:r>
          </a:p>
        </p:txBody>
      </p:sp>
    </p:spTree>
    <p:extLst>
      <p:ext uri="{BB962C8B-B14F-4D97-AF65-F5344CB8AC3E}">
        <p14:creationId xmlns:p14="http://schemas.microsoft.com/office/powerpoint/2010/main" val="367636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1844824"/>
            <a:ext cx="6012160" cy="457200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Heart disease is one of the leading causes of mortality worldwide. Early prediction can significantly improve treatment outcomes and support timely medical intervention. This project aims to develop a machine learning model that predicts the likelihood of heart disease using patient medical data.</a:t>
            </a:r>
          </a:p>
        </p:txBody>
      </p:sp>
      <p:pic>
        <p:nvPicPr>
          <p:cNvPr id="4" name="Picture 3" descr="Predicting heart attacks: how AI can support cardiovascular disease  diagnosis">
            <a:extLst>
              <a:ext uri="{FF2B5EF4-FFF2-40B4-BE49-F238E27FC236}">
                <a16:creationId xmlns:a16="http://schemas.microsoft.com/office/drawing/2014/main" id="{1C0641BA-3DC0-F2DF-2CDD-175784A77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8" y="1787675"/>
            <a:ext cx="54864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C7CC-767B-454B-F7FE-0A21BC2E9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1ED3F-C72C-6E6E-A939-57BAB9AEE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202400"/>
            <a:ext cx="5375920" cy="489900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Aptos" panose="020B0004020202020204" pitchFamily="34" charset="0"/>
              </a:rPr>
              <a:t>Dataset Information</a:t>
            </a:r>
          </a:p>
          <a:p>
            <a:r>
              <a:rPr lang="en-US" sz="1800" dirty="0">
                <a:latin typeface="Aptos" panose="020B0004020202020204" pitchFamily="34" charset="0"/>
              </a:rPr>
              <a:t>📊 Records: 920</a:t>
            </a:r>
          </a:p>
          <a:p>
            <a:r>
              <a:rPr lang="en-US" sz="1800" dirty="0">
                <a:latin typeface="Aptos" panose="020B0004020202020204" pitchFamily="34" charset="0"/>
              </a:rPr>
              <a:t>📋 Features: 16</a:t>
            </a:r>
          </a:p>
          <a:p>
            <a:r>
              <a:rPr lang="en-US" sz="1800" dirty="0">
                <a:latin typeface="Aptos" panose="020B0004020202020204" pitchFamily="34" charset="0"/>
              </a:rPr>
              <a:t>🎯 Target: Heart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Aptos" panose="020B0004020202020204" pitchFamily="34" charset="0"/>
              </a:rPr>
              <a:t>Key Features</a:t>
            </a:r>
          </a:p>
          <a:p>
            <a:r>
              <a:rPr lang="en-US" sz="1800" dirty="0">
                <a:latin typeface="Aptos" panose="020B0004020202020204" pitchFamily="34" charset="0"/>
              </a:rPr>
              <a:t>Age</a:t>
            </a:r>
          </a:p>
          <a:p>
            <a:r>
              <a:rPr lang="en-US" sz="1800" dirty="0">
                <a:latin typeface="Aptos" panose="020B0004020202020204" pitchFamily="34" charset="0"/>
              </a:rPr>
              <a:t>Blood Pressure</a:t>
            </a:r>
          </a:p>
          <a:p>
            <a:r>
              <a:rPr lang="en-US" sz="1800" dirty="0">
                <a:latin typeface="Aptos" panose="020B0004020202020204" pitchFamily="34" charset="0"/>
              </a:rPr>
              <a:t>Cholesterol</a:t>
            </a:r>
          </a:p>
          <a:p>
            <a:r>
              <a:rPr lang="en-US" sz="1800" dirty="0">
                <a:latin typeface="Aptos" panose="020B0004020202020204" pitchFamily="34" charset="0"/>
              </a:rPr>
              <a:t>Chest Pain Type</a:t>
            </a:r>
          </a:p>
          <a:p>
            <a:r>
              <a:rPr lang="en-US" sz="1800" dirty="0">
                <a:latin typeface="Aptos" panose="020B0004020202020204" pitchFamily="34" charset="0"/>
              </a:rPr>
              <a:t>Maximum Heart Rate</a:t>
            </a:r>
            <a:endParaRPr lang="en-IN" sz="18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74968-4451-EC2F-7A17-29BE2664E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60" y="2206984"/>
            <a:ext cx="7920880" cy="4399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7139A-E9F6-945C-790C-F34CF5BF6504}"/>
              </a:ext>
            </a:extLst>
          </p:cNvPr>
          <p:cNvSpPr txBox="1"/>
          <p:nvPr/>
        </p:nvSpPr>
        <p:spPr>
          <a:xfrm>
            <a:off x="2999656" y="1582759"/>
            <a:ext cx="6240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Dataset Source : UCI Heart Disease Dataset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3674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3DBEE33-6CFD-662A-988E-0DA34FE6ED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CD04E4-870F-0A6C-FBAF-DB730BD64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1361"/>
            <a:ext cx="12192000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237112" cy="4575175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B8C52DA-F118-336F-3D8C-69856B5105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79BAF1-D265-4486-06D4-01F1FD5A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793"/>
            <a:ext cx="12192000" cy="53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50E1-0B91-E986-A090-C117C3F3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40980-A976-1C1B-8D49-8A34B9C2F8C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E97B23B-148D-76B5-1C15-BFA325EE2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12192000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2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D2B3-4558-34AF-8A8E-B7AFA37C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00A45-B781-B5C3-E487-B9FD00D7A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2204864"/>
            <a:ext cx="5832648" cy="410445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worked best, hitting an accuracy of 84.24% and an AUC score of 0.91. This shows a very reliable prediction model for heart disease.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B6088-F68D-A624-A96D-A6BA5B315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32" y="2132856"/>
            <a:ext cx="5306165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9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Results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400" y="1685851"/>
            <a:ext cx="10501808" cy="76200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did well too, nabbing an accuracy of 82.07% and spotting how features interconnect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F0F87A-D52C-7D0B-A5C8-D938D3572C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416" y="2708919"/>
            <a:ext cx="5112568" cy="3943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F3D14F-5018-DEA3-FEF4-64F961A4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2708920"/>
            <a:ext cx="5001323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B53C-9B3B-13CE-70CA-C02D5EE1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&amp; Business Impact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C19D60-4A53-AAD9-3773-146186D07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60" y="1772816"/>
            <a:ext cx="7848872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189877-D7A2-986F-7FC2-E561FBE70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56" y="1766352"/>
            <a:ext cx="3312367" cy="2189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DA3300-95F2-A58B-60EF-707BE7E0D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14" y="4459914"/>
            <a:ext cx="9955014" cy="12013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C6BD8E-3B9A-2A72-45D4-B5D495E0BA2B}"/>
              </a:ext>
            </a:extLst>
          </p:cNvPr>
          <p:cNvSpPr txBox="1"/>
          <p:nvPr/>
        </p:nvSpPr>
        <p:spPr>
          <a:xfrm>
            <a:off x="4259796" y="4029027"/>
            <a:ext cx="349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ptos" panose="020B0004020202020204" pitchFamily="34" charset="0"/>
              </a:rPr>
              <a:t>BUSINESS IMPACT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A2579-E11E-5C27-ED7F-7848132DA349}"/>
              </a:ext>
            </a:extLst>
          </p:cNvPr>
          <p:cNvSpPr txBox="1"/>
          <p:nvPr/>
        </p:nvSpPr>
        <p:spPr>
          <a:xfrm>
            <a:off x="479376" y="5733256"/>
            <a:ext cx="112332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models help medical pros spot at-risk folks early on, letting them step in and boost patient results.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35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D45A-5346-3928-E34E-478D9381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2698" y="404664"/>
            <a:ext cx="3932237" cy="93610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BCE60-0248-4C7F-3169-59A81F1D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496" y="4096544"/>
            <a:ext cx="5943600" cy="230425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ptos" panose="020B0004020202020204" pitchFamily="34" charset="0"/>
              </a:rPr>
              <a:t>For future work, I'd look into Random Forest and </a:t>
            </a:r>
            <a:r>
              <a:rPr lang="en-US" dirty="0" err="1">
                <a:latin typeface="Aptos" panose="020B0004020202020204" pitchFamily="34" charset="0"/>
              </a:rPr>
              <a:t>XGBoost</a:t>
            </a:r>
            <a:r>
              <a:rPr lang="en-US" dirty="0">
                <a:latin typeface="Aptos" panose="020B0004020202020204" pitchFamily="34" charset="0"/>
              </a:rPr>
              <a:t> methods, and explore Deep Learning models too. Real-time hospital integration and creating a web or mobile based prediction system would be awesome!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59E8F-38D0-4068-EF67-C38D62F56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32699" y="1772816"/>
            <a:ext cx="3932237" cy="4627984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Aptos" panose="020B0004020202020204" pitchFamily="34" charset="0"/>
              </a:rPr>
              <a:t>I successfully developed a Machine Learning model for predicting heart disease. I did data preprocessing, feature scaling, and analysis. I also implemented and evaluated Logistic Regression and Decision Tree models. Logistic Regression performed better, achieving 84.24% accuracy and an AUC score of 0.91. This model could help with early disease detection and support decisions in healthcare.</a:t>
            </a:r>
            <a:endParaRPr lang="en-IN" sz="22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A9476-EE4B-FFA3-94A7-BC11E6E1810E}"/>
              </a:ext>
            </a:extLst>
          </p:cNvPr>
          <p:cNvSpPr txBox="1"/>
          <p:nvPr/>
        </p:nvSpPr>
        <p:spPr>
          <a:xfrm>
            <a:off x="551384" y="260648"/>
            <a:ext cx="5976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8" name="Picture 7" descr="169,000+ Human Heart Stock Photos, Pictures &amp; Royalty-Free Images - iStock  | Human heart illustration, Human heart icon, Human heart vector">
            <a:extLst>
              <a:ext uri="{FF2B5EF4-FFF2-40B4-BE49-F238E27FC236}">
                <a16:creationId xmlns:a16="http://schemas.microsoft.com/office/drawing/2014/main" id="{9656F81A-88AD-B898-2640-C35AD27A9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88" y="1262952"/>
            <a:ext cx="5544616" cy="252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6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126</TotalTime>
  <Words>304</Words>
  <Application>Microsoft Office PowerPoint</Application>
  <PresentationFormat>Widescreen</PresentationFormat>
  <Paragraphs>36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Franklin Gothic Medium</vt:lpstr>
      <vt:lpstr>Times New Roman</vt:lpstr>
      <vt:lpstr>Wingdings</vt:lpstr>
      <vt:lpstr>Medical Design 16x9</vt:lpstr>
      <vt:lpstr>HEART DISEASE PREDICTION USING MACHINE LEARNING</vt:lpstr>
      <vt:lpstr>Problem Statement</vt:lpstr>
      <vt:lpstr>Dataset Overview </vt:lpstr>
      <vt:lpstr>Data Preprocessing</vt:lpstr>
      <vt:lpstr>Exploratory Data Analysis</vt:lpstr>
      <vt:lpstr>Model Building</vt:lpstr>
      <vt:lpstr>Logistic Regression Results</vt:lpstr>
      <vt:lpstr>Decision Tree Results</vt:lpstr>
      <vt:lpstr>Model Comparison &amp; Business Impact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Anusha K</dc:creator>
  <cp:lastModifiedBy>Anusha K</cp:lastModifiedBy>
  <cp:revision>8</cp:revision>
  <dcterms:created xsi:type="dcterms:W3CDTF">2026-06-04T12:32:08Z</dcterms:created>
  <dcterms:modified xsi:type="dcterms:W3CDTF">2026-06-04T14:38:20Z</dcterms:modified>
</cp:coreProperties>
</file>